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ALGOFEST HACKATHON 2026</a:t>
            </a:r>
          </a:p>
          <a:p>
            <a:r>
              <a:rPr sz="2800" b="1">
                <a:solidFill>
                  <a:srgbClr val="F5F7FA"/>
                </a:solidFill>
                <a:latin typeface="Aptos Display"/>
              </a:rPr>
              <a:t>NEXUS GRID</a:t>
            </a:r>
          </a:p>
          <a:p>
            <a:r>
              <a:rPr sz="1300">
                <a:solidFill>
                  <a:srgbClr val="A3AED0"/>
                </a:solidFill>
                <a:latin typeface="Aptos"/>
              </a:rPr>
              <a:t>AI-native city-scale energy digital twin and control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57600" cy="9144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332841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A0F1B"/>
                </a:solidFill>
                <a:latin typeface="Aptos Display"/>
              </a:rPr>
              <a:t>From any city
to an intelligent grid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291840" cy="914400"/>
          </a:xfrm>
          <a:prstGeom prst="round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90872" y="1938528"/>
            <a:ext cx="296265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A0F1B"/>
                </a:solidFill>
                <a:latin typeface="Aptos Display"/>
              </a:rPr>
              <a:t>Live signal spine
Carbon + weather + tariffs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3566160" cy="914400"/>
          </a:xfrm>
          <a:prstGeom prst="round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5592" y="1938528"/>
            <a:ext cx="32369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A0F1B"/>
                </a:solidFill>
                <a:latin typeface="Aptos Display"/>
              </a:rPr>
              <a:t>Adaptive control
RL + topology awareness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10972800" cy="26060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300984"/>
            <a:ext cx="10570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Cities can no longer manage energy with static dashboards and manual heuristics.</a:t>
            </a:r>
          </a:p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NEXUS GRID turns a location into a live digital twin, simulates grid stress, and guides action in real time.</a:t>
            </a:r>
          </a:p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It combines city-scale context, reinforcement learning, topology-aware control, and peer-to-peer energy trading between local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3AED0"/>
                </a:solidFill>
                <a:latin typeface="Aptos"/>
              </a:rPr>
              <a:t>AlgoFest Hackathon 2026 | NEXUS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PROBLEM STATEMENT</a:t>
            </a:r>
          </a:p>
          <a:p>
            <a:r>
              <a:rPr sz="2800" b="1">
                <a:solidFill>
                  <a:srgbClr val="F5F7FA"/>
                </a:solidFill>
                <a:latin typeface="Aptos Display"/>
              </a:rPr>
              <a:t>The grid is becoming too complex for static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486400" cy="4389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92224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CORE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5F7FA"/>
                </a:solidFill>
                <a:latin typeface="Aptos"/>
              </a:defRPr>
            </a:pPr>
            <a:r>
              <a:t>Renewables, EVs, distributed storage, and dynamic tariffs make local grids non-stationary.</a:t>
            </a:r>
          </a:p>
          <a:p>
            <a:pPr>
              <a:defRPr sz="1900" b="0">
                <a:solidFill>
                  <a:srgbClr val="F5F7FA"/>
                </a:solidFill>
                <a:latin typeface="Aptos"/>
              </a:defRPr>
            </a:pPr>
            <a:r>
              <a:t>Most tools only monitor data; they do not tell operators what action to take next.</a:t>
            </a:r>
          </a:p>
          <a:p>
            <a:pPr>
              <a:defRPr sz="1900" b="0">
                <a:solidFill>
                  <a:srgbClr val="F5F7FA"/>
                </a:solidFill>
                <a:latin typeface="Aptos"/>
              </a:defRPr>
            </a:pPr>
            <a:r>
              <a:t>Static rule engines break under congestion, feeder faults, or sudden demand shifts.</a:t>
            </a:r>
          </a:p>
          <a:p>
            <a:pPr>
              <a:defRPr sz="1900" b="0">
                <a:solidFill>
                  <a:srgbClr val="F5F7FA"/>
                </a:solidFill>
                <a:latin typeface="Aptos"/>
              </a:defRPr>
            </a:pPr>
            <a:r>
              <a:t>Predefined simulations are hard to reuse in a new city or district.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792224"/>
            <a:ext cx="4809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WHY CURRENT TOOLS 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03120"/>
            <a:ext cx="2103120" cy="10972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67144" y="2176272"/>
            <a:ext cx="18288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7171"/>
                </a:solidFill>
                <a:latin typeface="Aptos Display"/>
              </a:rPr>
              <a:t>Static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Hardcoded control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103120"/>
            <a:ext cx="2103120" cy="10972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2176272"/>
            <a:ext cx="18288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BBF24"/>
                </a:solidFill>
                <a:latin typeface="Aptos Display"/>
              </a:rPr>
              <a:t>Blind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No feeder-level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474720"/>
            <a:ext cx="2103120" cy="10972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67144" y="3547872"/>
            <a:ext cx="18288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0A5FA"/>
                </a:solidFill>
                <a:latin typeface="Aptos Display"/>
              </a:rPr>
              <a:t>Siloed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Signals not unified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474720"/>
            <a:ext cx="2103120" cy="10972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3547872"/>
            <a:ext cx="18288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DD4BF"/>
                </a:solidFill>
                <a:latin typeface="Aptos Display"/>
              </a:rPr>
              <a:t>Rigid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Not location-native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3AED0"/>
                </a:solidFill>
                <a:latin typeface="Aptos"/>
              </a:rPr>
              <a:t>AlgoFest Hackathon 2026 | NEXUS 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SOLUTION</a:t>
            </a:r>
          </a:p>
          <a:p>
            <a:r>
              <a:rPr sz="2800" b="1">
                <a:solidFill>
                  <a:srgbClr val="F5F7FA"/>
                </a:solidFill>
                <a:latin typeface="Aptos Display"/>
              </a:rPr>
              <a:t>NEXUS GRID creates a live, control-ready energy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972800" cy="44805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92224"/>
            <a:ext cx="10570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MAJOR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07568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City-to-twin generation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Select a city or coordinates and generate a digital twin with feeders, assets, and provenance.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96596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3912" y="207568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Live signal spine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Ingest live carbon, weather, and tariff context to drive the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5468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26440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Topology-aware simulation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Model buses, lines, feeder congestion, derating, and faults instead of a flat district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15468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326440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Adaptive RL control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Agents learn dispatch behavior from reward signals across carbon, cost, and resilience.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4340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45312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P2P trading between agents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Local agents can exchange energy peer-to-peer before pushing surplus or shortage to the external grid.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343400"/>
            <a:ext cx="46634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4453128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Operator control room</a:t>
            </a:r>
          </a:p>
          <a:p>
            <a:r>
              <a:rPr sz="1050">
                <a:solidFill>
                  <a:srgbClr val="A3AED0"/>
                </a:solidFill>
                <a:latin typeface="Aptos"/>
              </a:rPr>
              <a:t>A map-first command center turns simulation output into clear operational guidance.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3AED0"/>
                </a:solidFill>
                <a:latin typeface="Aptos"/>
              </a:rPr>
              <a:t>AlgoFest Hackathon 2026 | NEXUS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WHAT IS NEW IN THIS SOLUTION</a:t>
            </a:r>
          </a:p>
          <a:p>
            <a:r>
              <a:rPr sz="2800" b="1">
                <a:solidFill>
                  <a:srgbClr val="F5F7FA"/>
                </a:solidFill>
                <a:latin typeface="Aptos Display"/>
              </a:rPr>
              <a:t>This is not just a dashboard or a preset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881360" cy="8229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755648"/>
            <a:ext cx="1055217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A0F1B"/>
                </a:solidFill>
                <a:latin typeface="Aptos Display"/>
              </a:rPr>
              <a:t>Our key differentiator: the control layer is learned, adaptive, and grid-aware.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743200" cy="26517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889504"/>
            <a:ext cx="23408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WHAT IS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Reinforcement learning-driven control instead of only manual rules.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Location-native twin generation instead of a fixed toy environment.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Peer-to-peer energy trading between local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2743200"/>
            <a:ext cx="3657600" cy="26517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889504"/>
            <a:ext cx="32552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2" y="306324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Adapts to dynamic carbon, price, and feeder stress.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Explains system posture in operator language.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Supports resilience drills such as congestion and feeder faults.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743200"/>
            <a:ext cx="4069080" cy="26517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8" y="2889504"/>
            <a:ext cx="3666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WHY JUDGES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632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Higher technical depth than a standard IoT dashboard.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Clear AI/ML, sustainability, and smart-city relevance.</a:t>
            </a:r>
          </a:p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A product story that feels deployable, not academic.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3AED0"/>
                </a:solidFill>
                <a:latin typeface="Aptos"/>
              </a:rPr>
              <a:t>AlgoFest Hackathon 2026 | NEXUS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IMPACT</a:t>
            </a:r>
          </a:p>
          <a:p>
            <a:r>
              <a:rPr sz="2800" b="1">
                <a:solidFill>
                  <a:srgbClr val="F5F7FA"/>
                </a:solidFill>
                <a:latin typeface="Aptos Display"/>
              </a:rPr>
              <a:t>A practical platform for cleaner, cheaper, and more resilient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2377440" cy="13258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856232"/>
            <a:ext cx="2103120" cy="1179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DD4BF"/>
                </a:solidFill>
                <a:latin typeface="Aptos Display"/>
              </a:rPr>
              <a:t>Lower carbon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Dispatch shifts away from dirtier grid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83080"/>
            <a:ext cx="2377440" cy="13258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83864" y="1856232"/>
            <a:ext cx="2103120" cy="1179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0A5FA"/>
                </a:solidFill>
                <a:latin typeface="Aptos Display"/>
              </a:rPr>
              <a:t>Lower cost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Uses tariffs and local trading to reduce energy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83080"/>
            <a:ext cx="2377440" cy="13258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98464" y="1856232"/>
            <a:ext cx="2103120" cy="1179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BBF24"/>
                </a:solidFill>
                <a:latin typeface="Aptos Display"/>
              </a:rPr>
              <a:t>Higher resilience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Responds to congestion, derating, and feeder faults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783080"/>
            <a:ext cx="2377440" cy="1325880"/>
          </a:xfrm>
          <a:prstGeom prst="roundRect">
            <a:avLst/>
          </a:prstGeom>
          <a:solidFill>
            <a:srgbClr val="141E3A"/>
          </a:solidFill>
          <a:ln>
            <a:solidFill>
              <a:srgbClr val="29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4" y="1856232"/>
            <a:ext cx="2103120" cy="1179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4B5FD"/>
                </a:solidFill>
                <a:latin typeface="Aptos Display"/>
              </a:rPr>
              <a:t>Better visibility</a:t>
            </a:r>
          </a:p>
          <a:p>
            <a:r>
              <a:rPr sz="1100">
                <a:solidFill>
                  <a:srgbClr val="A3AED0"/>
                </a:solidFill>
                <a:latin typeface="Aptos"/>
              </a:rPr>
              <a:t>Operators see posture, stress, and action clearly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10972800" cy="2103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A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621024"/>
            <a:ext cx="10570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WHERE THIS CAN BE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Smart cities and utilities</a:t>
            </a:r>
          </a:p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University campuses and industrial parks</a:t>
            </a:r>
          </a:p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DER operators managing solar, storage, EV fleets, and flexible demand</a:t>
            </a:r>
          </a:p>
          <a:p>
            <a:pPr>
              <a:defRPr sz="2000" b="0">
                <a:solidFill>
                  <a:srgbClr val="F5F7FA"/>
                </a:solidFill>
                <a:latin typeface="Aptos"/>
              </a:defRPr>
            </a:pPr>
            <a:r>
              <a:t>Sustainability teams that need carbon-aware energy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806440"/>
            <a:ext cx="8503920" cy="566928"/>
          </a:xfrm>
          <a:prstGeom prst="round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93392" y="5916168"/>
            <a:ext cx="8174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A0F1B"/>
                </a:solidFill>
                <a:latin typeface="Aptos Display"/>
              </a:rPr>
              <a:t>NEXUS GRID turns any location into an intelligent energy operating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3AED0"/>
                </a:solidFill>
                <a:latin typeface="Aptos"/>
              </a:rPr>
              <a:t>AlgoFest Hackathon 2026 | NEXUS 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566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Saurya tripathi</cp:lastModifiedBy>
  <cp:revision>1</cp:revision>
  <dcterms:created xsi:type="dcterms:W3CDTF">2013-01-27T09:14:16Z</dcterms:created>
  <dcterms:modified xsi:type="dcterms:W3CDTF">2026-04-10T16:04:39Z</dcterms:modified>
  <cp:category/>
</cp:coreProperties>
</file>